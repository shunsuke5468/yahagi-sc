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1B2A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188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77777"/>
                </a:solidFill>
              </a:rPr>
              <a:t>矢作サッカークラブ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ホームページ 打ち合わせ・ヒアリングシート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2578608"/>
            <a:ext cx="1097280" cy="45720"/>
          </a:xfrm>
          <a:prstGeom prst="rect">
            <a:avLst/>
          </a:prstGeom>
          <a:solidFill>
            <a:srgbClr val="D91B2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7889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河野 浩二 相談役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</a:rPr>
              <a:t>2026年6月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</a:rPr>
              <a:t>本日の目的：現状の確認とご意見をいただき、より良いホームページに改善する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0" y="4389120"/>
            <a:ext cx="1371600" cy="45720"/>
          </a:xfrm>
          <a:prstGeom prst="rect">
            <a:avLst/>
          </a:prstGeom>
          <a:solidFill>
            <a:srgbClr val="EEEEE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1B2A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</a:rPr>
              <a:t>本日のアジェンダ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7955280" cy="365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097280"/>
            <a:ext cx="502920" cy="566928"/>
          </a:xfrm>
          <a:prstGeom prst="rect">
            <a:avLst/>
          </a:prstGeom>
          <a:solidFill>
            <a:srgbClr val="D91B2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07008" y="11338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現在のHP確認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1408176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実際のサイトをご覧いただき、現状を共有します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865376"/>
            <a:ext cx="502920" cy="566928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865376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77777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07008" y="1901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改善ポイントのヒアリング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07008" y="2176272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デザイン・内容・機能についてご意見をお聞きします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2633472"/>
            <a:ext cx="502920" cy="566928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633472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77777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07008" y="26700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追加・変更したい情報の確認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07008" y="2944368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写真・テキスト・新しいセクションの要望を確認します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" y="3401568"/>
            <a:ext cx="502920" cy="566928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40156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77777"/>
                </a:solidFill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07008" y="34381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今後の運用・スケジュール確認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07008" y="3712464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更新頻度・管理方法・公開スケジュールの相談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4169664"/>
            <a:ext cx="502920" cy="566928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169664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77777"/>
                </a:solidFill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07008" y="4206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その他・質疑応答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07008" y="4480560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自由にご意見・ご要望をお聞きします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" y="4800600"/>
            <a:ext cx="7955280" cy="365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84632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公開URL　https://shunsuke5468.github.io/yahagi-sc/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1B2A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</a:rPr>
              <a:t>01　現在のHP確認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7955280" cy="365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1B2A"/>
                </a:solidFill>
              </a:rPr>
              <a:t>現在のサイト構成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54864" cy="146304"/>
          </a:xfrm>
          <a:prstGeom prst="rect">
            <a:avLst/>
          </a:prstGeom>
          <a:solidFill>
            <a:srgbClr val="D91B2A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4813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オープニングアニメーション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792224"/>
            <a:ext cx="54864" cy="146304"/>
          </a:xfrm>
          <a:prstGeom prst="rect">
            <a:avLst/>
          </a:prstGeom>
          <a:solidFill>
            <a:srgbClr val="D91B2A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373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ヒーローセクション（統計付き）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048256"/>
            <a:ext cx="54864" cy="146304"/>
          </a:xfrm>
          <a:prstGeom prst="rect">
            <a:avLst/>
          </a:prstGeom>
          <a:solidFill>
            <a:srgbClr val="D91B2A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1993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フォトギャラリー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2304288"/>
            <a:ext cx="54864" cy="146304"/>
          </a:xfrm>
          <a:prstGeom prst="rect">
            <a:avLst/>
          </a:prstGeom>
          <a:solidFill>
            <a:srgbClr val="D9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2494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クラブ理念（3つの柱）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2560320"/>
            <a:ext cx="54864" cy="146304"/>
          </a:xfrm>
          <a:prstGeom prst="rect">
            <a:avLst/>
          </a:prstGeom>
          <a:solidFill>
            <a:srgbClr val="D91B2A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5054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コーチ・スタッフ紹介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2816352"/>
            <a:ext cx="54864" cy="146304"/>
          </a:xfrm>
          <a:prstGeom prst="rect">
            <a:avLst/>
          </a:prstGeom>
          <a:solidFill>
            <a:srgbClr val="D9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27614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カテゴリー紹介（U-12/U-10/U-8）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3072384"/>
            <a:ext cx="54864" cy="146304"/>
          </a:xfrm>
          <a:prstGeom prst="rect">
            <a:avLst/>
          </a:prstGeom>
          <a:solidFill>
            <a:srgbClr val="D91B2A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0175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実績・トロフィー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3328416"/>
            <a:ext cx="54864" cy="146304"/>
          </a:xfrm>
          <a:prstGeom prst="rect">
            <a:avLst/>
          </a:prstGeom>
          <a:solidFill>
            <a:srgbClr val="D91B2A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2735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活動スケジュール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584448"/>
            <a:ext cx="54864" cy="146304"/>
          </a:xfrm>
          <a:prstGeom prst="rect">
            <a:avLst/>
          </a:prstGeom>
          <a:solidFill>
            <a:srgbClr val="D91B2A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35295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費用案内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3840480"/>
            <a:ext cx="54864" cy="146304"/>
          </a:xfrm>
          <a:prstGeom prst="rect">
            <a:avLst/>
          </a:prstGeom>
          <a:solidFill>
            <a:srgbClr val="D91B2A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37856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Facebook連携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4096512"/>
            <a:ext cx="54864" cy="146304"/>
          </a:xfrm>
          <a:prstGeom prst="rect">
            <a:avLst/>
          </a:prstGeom>
          <a:solidFill>
            <a:srgbClr val="D9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0416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入団方法（4ステップ）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" y="4352544"/>
            <a:ext cx="54864" cy="146304"/>
          </a:xfrm>
          <a:prstGeom prst="rect">
            <a:avLst/>
          </a:prstGeom>
          <a:solidFill>
            <a:srgbClr val="D91B2A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42976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FAQ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" y="4608576"/>
            <a:ext cx="54864" cy="146304"/>
          </a:xfrm>
          <a:prstGeom prst="rect">
            <a:avLst/>
          </a:prstGeom>
          <a:solidFill>
            <a:srgbClr val="D91B2A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45537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お問い合わせ（LINE）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1B2A"/>
                </a:solidFill>
              </a:rPr>
              <a:t>ご確認いただきたいポイント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1508760"/>
            <a:ext cx="4160520" cy="749808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4632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1B2A"/>
                </a:solidFill>
              </a:rPr>
              <a:t>□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38928" y="156362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全体的なデザインの印象はいかがですか？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38928" y="192938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77777"/>
                </a:solidFill>
              </a:rPr>
              <a:t>メモ：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54880" y="2377440"/>
            <a:ext cx="4160520" cy="749808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46320" y="246888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1B2A"/>
                </a:solidFill>
              </a:rPr>
              <a:t>□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138928" y="24323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情報の抜け漏れはありませんか？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38928" y="279806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77777"/>
                </a:solidFill>
              </a:rPr>
              <a:t>メモ：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54880" y="3246120"/>
            <a:ext cx="4160520" cy="749808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46320" y="333756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1B2A"/>
                </a:solidFill>
              </a:rPr>
              <a:t>□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138928" y="33009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写真の選定・差し替えは必要ですか？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38928" y="366674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77777"/>
                </a:solidFill>
              </a:rPr>
              <a:t>メモ：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54880" y="4114800"/>
            <a:ext cx="4160520" cy="749808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846320" y="42062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1B2A"/>
                </a:solidFill>
              </a:rPr>
              <a:t>□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138928" y="416966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コーチ紹介の内容は正確ですか？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38928" y="453542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77777"/>
                </a:solidFill>
              </a:rPr>
              <a:t>メモ：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1B2A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</a:rPr>
              <a:t>02　ヒアリング　デザイン・内容について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7955280" cy="365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097280"/>
            <a:ext cx="2743200" cy="292608"/>
          </a:xfrm>
          <a:prstGeom prst="rect">
            <a:avLst/>
          </a:prstGeom>
          <a:solidFill>
            <a:srgbClr val="D91B2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デザイン全般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463040"/>
            <a:ext cx="2743200" cy="100584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508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1B2A"/>
                </a:solidFill>
              </a:rPr>
              <a:t>Q1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41832" y="15087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全体のデザイン・カラー（赤×白）の印象はいかがですか？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4088" y="21214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77777"/>
                </a:solidFill>
              </a:rPr>
              <a:t>メモ：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94360" y="2560320"/>
            <a:ext cx="2743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6060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1B2A"/>
                </a:solidFill>
              </a:rPr>
              <a:t>Q2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41832" y="2606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フォントや文字の大きさは読みやすいですか？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3218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77777"/>
                </a:solidFill>
              </a:rPr>
              <a:t>メモ：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4360" y="3657600"/>
            <a:ext cx="2743200" cy="100584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7033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1B2A"/>
                </a:solidFill>
              </a:rPr>
              <a:t>Q3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41832" y="3703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改善してほしいデザイン面はありますか？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4088" y="43159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77777"/>
                </a:solidFill>
              </a:rPr>
              <a:t>メモ：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502152" y="1097280"/>
            <a:ext cx="2743200" cy="292608"/>
          </a:xfrm>
          <a:prstGeom prst="rect">
            <a:avLst/>
          </a:prstGeom>
          <a:solidFill>
            <a:srgbClr val="D91B2A"/>
          </a:solidFill>
          <a:ln/>
        </p:spPr>
      </p:sp>
      <p:sp>
        <p:nvSpPr>
          <p:cNvPr id="20" name="Text 18"/>
          <p:cNvSpPr/>
          <p:nvPr/>
        </p:nvSpPr>
        <p:spPr>
          <a:xfrm>
            <a:off x="3502152" y="10972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コンテンツ・情報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02152" y="1463040"/>
            <a:ext cx="2743200" cy="100584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75304" y="1508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1B2A"/>
                </a:solidFill>
              </a:rPr>
              <a:t>Q1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9624" y="15087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追加したい情報・セクションはありますか？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11880" y="21214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77777"/>
                </a:solidFill>
              </a:rPr>
              <a:t>メモ：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502152" y="2560320"/>
            <a:ext cx="2743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75304" y="26060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1B2A"/>
                </a:solidFill>
              </a:rPr>
              <a:t>Q2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9624" y="2606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削除・変更したい情報はありますか？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11880" y="3218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77777"/>
                </a:solidFill>
              </a:rPr>
              <a:t>メモ：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502152" y="3657600"/>
            <a:ext cx="2743200" cy="100584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75304" y="37033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1B2A"/>
                </a:solidFill>
              </a:rPr>
              <a:t>Q3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9624" y="3703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コーチのコメント・写真の準備はできますか？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11880" y="43159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77777"/>
                </a:solidFill>
              </a:rPr>
              <a:t>メモ：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09944" y="1097280"/>
            <a:ext cx="2743200" cy="292608"/>
          </a:xfrm>
          <a:prstGeom prst="rect">
            <a:avLst/>
          </a:prstGeom>
          <a:solidFill>
            <a:srgbClr val="D91B2A"/>
          </a:solidFill>
          <a:ln/>
        </p:spPr>
      </p:sp>
      <p:sp>
        <p:nvSpPr>
          <p:cNvPr id="34" name="Text 32"/>
          <p:cNvSpPr/>
          <p:nvPr/>
        </p:nvSpPr>
        <p:spPr>
          <a:xfrm>
            <a:off x="6409944" y="10972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写真・画像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9944" y="1463040"/>
            <a:ext cx="2743200" cy="100584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83096" y="1508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1B2A"/>
                </a:solidFill>
              </a:rPr>
              <a:t>Q1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57416" y="15087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差し替えたい写真はありますか？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519672" y="21214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77777"/>
                </a:solidFill>
              </a:rPr>
              <a:t>メモ：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409944" y="2560320"/>
            <a:ext cx="2743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83096" y="26060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1B2A"/>
                </a:solidFill>
              </a:rPr>
              <a:t>Q2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757416" y="2606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新しく掲載したい写真や動画はありますか？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519672" y="3218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77777"/>
                </a:solidFill>
              </a:rPr>
              <a:t>メモ：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09944" y="3657600"/>
            <a:ext cx="2743200" cy="100584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83096" y="37033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1B2A"/>
                </a:solidFill>
              </a:rPr>
              <a:t>Q3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757416" y="3703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ロゴの高解像度データはありますか？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19672" y="43159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77777"/>
                </a:solidFill>
              </a:rPr>
              <a:t>メモ：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1B2A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</a:rPr>
              <a:t>03　ヒアリング　運用・今後について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7955280" cy="365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515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1B2A"/>
                </a:solidFill>
              </a:rPr>
              <a:t>運用・管理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389888"/>
            <a:ext cx="3931920" cy="749808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4447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1B2A"/>
                </a:solidFill>
              </a:rPr>
              <a:t>更新頻度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7099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試合結果・お知らせはどのくらいの頻度で更新しますか？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2258568"/>
            <a:ext cx="3931920" cy="749808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3134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1B2A"/>
                </a:solidFill>
              </a:rPr>
              <a:t>更新担当者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5786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誰がサイトを更新しますか？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3127248"/>
            <a:ext cx="3931920" cy="749808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1821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1B2A"/>
                </a:solidFill>
              </a:rPr>
              <a:t>SNS連携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34472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FacebookやInstagramの連携は続けますか？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3995928"/>
            <a:ext cx="3931920" cy="749808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40507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1B2A"/>
                </a:solidFill>
              </a:rPr>
              <a:t>問い合わせ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43159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LINEでの問い合わせ対応に問題はありませんか？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10515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1B2A"/>
                </a:solidFill>
              </a:rPr>
              <a:t>今後の展開・要望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389888"/>
            <a:ext cx="3977640" cy="749808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14447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1B2A"/>
                </a:solidFill>
              </a:rPr>
              <a:t>試合結果・お知らせ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17099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試合結果や大会情報を掲載したいですか？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83680" y="1444752"/>
            <a:ext cx="65836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144475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□ はい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296912" y="1444752"/>
            <a:ext cx="65836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96912" y="144475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□ いいえ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010144" y="1444752"/>
            <a:ext cx="65836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10144" y="144475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□ 検討中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46320" y="2258568"/>
            <a:ext cx="3977640" cy="749808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0" y="23134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1B2A"/>
                </a:solidFill>
              </a:rPr>
              <a:t>入団申込フォーム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7760" y="2578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Web上からの申込フォームは必要ですか？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83680" y="2313432"/>
            <a:ext cx="65836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231343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□ はい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296912" y="2313432"/>
            <a:ext cx="65836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96912" y="231343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□ いいえ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010144" y="2313432"/>
            <a:ext cx="65836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10144" y="231343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□ 検討中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846320" y="3127248"/>
            <a:ext cx="3977640" cy="749808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937760" y="31821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1B2A"/>
                </a:solidFill>
              </a:rPr>
              <a:t>動画コンテンツ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37760" y="34472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練習・試合の動画を掲載したいですか？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83680" y="3182112"/>
            <a:ext cx="65836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318211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□ はい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296912" y="3182112"/>
            <a:ext cx="65836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96912" y="318211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□ いいえ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8010144" y="3182112"/>
            <a:ext cx="65836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10144" y="318211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□ 検討中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846320" y="3995928"/>
            <a:ext cx="3977640" cy="749808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937760" y="40507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1B2A"/>
                </a:solidFill>
              </a:rPr>
              <a:t>独自ドメイン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937760" y="43159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yahagi-sc.comなどの取得を希望しますか？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583680" y="4050792"/>
            <a:ext cx="65836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0" y="405079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□ はい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296912" y="4050792"/>
            <a:ext cx="65836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96912" y="405079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□ いいえ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8010144" y="4050792"/>
            <a:ext cx="65836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10144" y="405079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□ 検討中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1B2A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</a:rPr>
              <a:t>04　ご意見・ご要望（自由記述）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7955280" cy="365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515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77777"/>
                </a:solidFill>
              </a:rPr>
              <a:t>特にこうしたい・こうして欲しいなど、何でもご自由にお書きください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3931920" cy="274320"/>
          </a:xfrm>
          <a:prstGeom prst="rect">
            <a:avLst/>
          </a:prstGeom>
          <a:solidFill>
            <a:srgbClr val="D91B2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デザイン・見た目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645920"/>
            <a:ext cx="3931920" cy="301752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993392"/>
            <a:ext cx="3657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31520" y="2377440"/>
            <a:ext cx="3657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731520" y="2761488"/>
            <a:ext cx="3657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31520" y="3145536"/>
            <a:ext cx="3657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731520" y="3529584"/>
            <a:ext cx="3657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31520" y="3913632"/>
            <a:ext cx="3657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1520" y="4297680"/>
            <a:ext cx="3657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846320" y="1371600"/>
            <a:ext cx="3977640" cy="274320"/>
          </a:xfrm>
          <a:prstGeom prst="rect">
            <a:avLst/>
          </a:prstGeom>
          <a:solidFill>
            <a:srgbClr val="D9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3716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情報・内容・機能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645920"/>
            <a:ext cx="3977640" cy="301752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83480" y="1993392"/>
            <a:ext cx="37033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983480" y="2377440"/>
            <a:ext cx="37033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983480" y="2761488"/>
            <a:ext cx="37033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983480" y="3145536"/>
            <a:ext cx="37033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983480" y="3529584"/>
            <a:ext cx="37033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983480" y="3913632"/>
            <a:ext cx="37033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983480" y="4297680"/>
            <a:ext cx="37033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94360" y="4736592"/>
            <a:ext cx="7955280" cy="365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79145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優先度（○をつけてください）：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880360" y="4773168"/>
            <a:ext cx="9692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80360" y="4773168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</a:rPr>
              <a:t>○ デザイン変更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904488" y="4773168"/>
            <a:ext cx="9692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04488" y="4773168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</a:rPr>
              <a:t>○ 写真差し替え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928616" y="4773168"/>
            <a:ext cx="9692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28616" y="4773168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</a:rPr>
              <a:t>○ コーチ情報更新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952744" y="4773168"/>
            <a:ext cx="9692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52744" y="4773168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</a:rPr>
              <a:t>○ 新機能追加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976872" y="4773168"/>
            <a:ext cx="9692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76872" y="4773168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</a:rPr>
              <a:t>○ ドメイン設定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001000" y="4773168"/>
            <a:ext cx="9692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01000" y="4773168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</a:rPr>
              <a:t>○ その他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1B2A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</a:rPr>
              <a:t>05　次のアクション・スケジュール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7955280" cy="3657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097280"/>
            <a:ext cx="8229600" cy="658368"/>
          </a:xfrm>
          <a:prstGeom prst="rect">
            <a:avLst/>
          </a:prstGeom>
          <a:solidFill>
            <a:srgbClr val="D91B2A"/>
          </a:solidFill>
          <a:ln w="6350">
            <a:solidFill>
              <a:srgbClr val="D91B2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91640" y="1234440"/>
            <a:ext cx="0" cy="384048"/>
          </a:xfrm>
          <a:prstGeom prst="line">
            <a:avLst/>
          </a:prstGeom>
          <a:noFill/>
          <a:ln w="6350">
            <a:solidFill>
              <a:srgbClr val="FF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10512" y="11521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ヒアリング内容の整理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10512" y="146304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CCCC"/>
                </a:solidFill>
              </a:rPr>
              <a:t>担当：担当者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760720" y="1225296"/>
            <a:ext cx="2926080" cy="402336"/>
          </a:xfrm>
          <a:prstGeom prst="rect">
            <a:avLst/>
          </a:prstGeom>
          <a:solidFill>
            <a:srgbClr val="000000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225296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1B2A"/>
                </a:solidFill>
              </a:rPr>
              <a:t>期限：打ち合わせ後3日以内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1865376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1865376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1B2A"/>
                </a:solidFill>
              </a:rPr>
              <a:t>STEP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91640" y="2002536"/>
            <a:ext cx="0" cy="384048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10512" y="19202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修正・追加コンテンツの収集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10512" y="223113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担当：河野相談役 / 各担当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760720" y="1993392"/>
            <a:ext cx="2926080" cy="402336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199339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期限：　　年　　月　　日までに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2633472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2633472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1B2A"/>
                </a:solidFill>
              </a:rPr>
              <a:t>STEP 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91640" y="2770632"/>
            <a:ext cx="0" cy="384048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26883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HP修正・改善作業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10512" y="299923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担当：担当者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760720" y="2761488"/>
            <a:ext cx="2926080" cy="402336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276148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期限：　　年　　月　　日までに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4360" y="3401568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" y="340156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1B2A"/>
                </a:solidFill>
              </a:rPr>
              <a:t>STEP 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691640" y="3538728"/>
            <a:ext cx="0" cy="384048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10512" y="34564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修正内容の確認・承認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10512" y="376732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担当：河野相談役 / 関係者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760720" y="3529584"/>
            <a:ext cx="2926080" cy="402336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3529584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期限：　　年　　月　　日までに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4360" y="4169664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5800" y="4169664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1B2A"/>
                </a:solidFill>
              </a:rPr>
              <a:t>STEP 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691640" y="4306824"/>
            <a:ext cx="0" cy="384048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10512" y="42245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公開・リリース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810512" y="453542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担当：担当者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760720" y="4297680"/>
            <a:ext cx="2926080" cy="402336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0" y="429768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期限：　　年　　月　　日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94360" y="484632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77777"/>
                </a:solidFill>
              </a:rPr>
              <a:t>本日はお時間をいただきありがとうございます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2026-06-08T07:51:16Z</dcterms:created>
  <dcterms:modified xsi:type="dcterms:W3CDTF">2026-06-08T07:51:16Z</dcterms:modified>
</cp:coreProperties>
</file>